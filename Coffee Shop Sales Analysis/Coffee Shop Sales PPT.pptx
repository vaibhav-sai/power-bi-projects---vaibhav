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2" r:id="rId5"/>
    <p:sldId id="263" r:id="rId6"/>
    <p:sldId id="26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2E7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3CB93-91CF-2297-3D6A-06A730C4F3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37295C-14D5-4E80-16EE-DDDF53E47E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105C77-52C0-FDAC-CFDF-3F99B925B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A5427-A6E4-4F26-8A0F-67F331348AFB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85FD1-861A-337B-B524-08F02A1E6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46A124-FD5F-8C4E-4B29-C6A2692D6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D2701-C111-461D-95B5-62269D5998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0337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E5A30-A6F2-08E4-59A8-A30FE41E6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97AA2-9875-93CF-CD98-EF6E178B8E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50072-BCF5-BCB8-752B-E4C2C105C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A5427-A6E4-4F26-8A0F-67F331348AFB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E17DD-7DCB-4A7E-21FC-A4B98FB27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A093FC-7071-0B0F-EDDF-4B35F9B27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D2701-C111-461D-95B5-62269D5998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9251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3C55B-C7F3-D0AB-E543-ED39BA56C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91502A-4CB5-C0E7-1149-04509A56B1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FA5FBE-8764-6CEA-FB86-2B0C379D3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A5427-A6E4-4F26-8A0F-67F331348AFB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3E940-B716-C479-5DF4-4752B47C9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D97FC-11E3-C03F-21AD-9815A6CC8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D2701-C111-461D-95B5-62269D5998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0938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0B8A5-5987-F3D2-111D-A829B5222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3D8E1-039D-A188-BEEB-CBC4E2AB6E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F3C81F-EA1F-96B4-4BBE-91AE129BA9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B28810-67C7-6B97-441A-8994A9D50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A5427-A6E4-4F26-8A0F-67F331348AFB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A51F1B-0E3E-A936-2BE0-7712B253C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D0EF7D-B213-0EE5-BEE7-006457870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D2701-C111-461D-95B5-62269D5998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7166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AA368-49CD-EEA2-57F4-DA33BFDCC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F3DE86-FB5D-3FC9-4027-2E2D582C8D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0093F1-880E-8D28-EA88-802D04C71E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1BA18D-0E30-5CB0-DA49-62B46D34D9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A517D6-9189-3C49-89E8-A7DBFC8B02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6F796C-0961-6EDC-574A-F3E7B5D7D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A5427-A6E4-4F26-8A0F-67F331348AFB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CCD5D5-234B-428B-8D69-0D0FD5B2B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9E5248-095D-8C0F-A51B-65DF9CF2A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D2701-C111-461D-95B5-62269D5998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4828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B3986-A650-1FD0-3F0F-B80AC47C8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68CEAA-6F17-9215-C1F5-C5D4A7AEB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A5427-A6E4-4F26-8A0F-67F331348AFB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0A73C5-973B-7920-DC5F-94C48F7F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C74618-473A-9019-9321-9C4324DB8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D2701-C111-461D-95B5-62269D5998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7696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6BB4B6-B64F-ADF6-E345-FE74A9D31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A5427-A6E4-4F26-8A0F-67F331348AFB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38F9F3-EB54-48E7-DF84-F97B1D04C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67AAA1-7D0C-F8F8-ADD6-2DF05B9BB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D2701-C111-461D-95B5-62269D5998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5778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8184A-B300-E7AB-1626-69624B6D5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BA5AD-0497-A067-1F7A-198C6B9C8C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A4C0-C736-4CEA-89AF-2AB024049B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DD482-5E14-7BB8-4589-5090701F0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A5427-A6E4-4F26-8A0F-67F331348AFB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CFA5B6-B9D5-9350-12D7-E23876AE4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99E4D8-3B79-17E3-0547-BD07F3BCB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D2701-C111-461D-95B5-62269D5998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8508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20EF1-7C27-F5CF-828F-F6EFACB5A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B951BF-A341-7C75-5699-B4E35701D9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76ECC5-ECF2-8F21-5F0E-292BBC287C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2AAF7F-8A24-9A24-F660-CD9D289BC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A5427-A6E4-4F26-8A0F-67F331348AFB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795575-7FC4-2357-AC6F-A5291DAE8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40751D-DB9F-AF6A-7D4E-6ED7525B6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D2701-C111-461D-95B5-62269D5998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3976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58CE9-76D5-EF4E-F8D3-F8D0CAA12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E2A4FD-6158-4A56-6B57-2FDA320187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D9887-F255-A26D-85CF-000AB8A0D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A5427-A6E4-4F26-8A0F-67F331348AFB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712CC-E9BF-4642-6919-B2B2CD9D2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175A8-C355-57A7-A745-805831768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D2701-C111-461D-95B5-62269D5998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9564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BE9B28-463D-905B-FA60-437AB70512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9D669B-A015-0F8E-B615-1740FDE1CE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F34E0-62A6-C3E7-86CE-F196C6AC0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A5427-A6E4-4F26-8A0F-67F331348AFB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54FDE-0128-FFC9-2260-BC312299A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D0E603-13F8-A5A2-F115-196CE7970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D2701-C111-461D-95B5-62269D5998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0282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C597B8-A87B-8053-7F66-0493E16BE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4BE685-DDB7-C240-958F-3B31BCDBFC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9C5B4-EB1C-0D39-6A71-28FC53038F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FA5427-A6E4-4F26-8A0F-67F331348AFB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F565F9-742D-B6FE-8CDC-5DF9FC4E0E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8D74DE-2D13-E410-CD36-862444E679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CD2701-C111-461D-95B5-62269D5998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4632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3B0528-B87F-B8A7-DE82-DE34B6692C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162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CF519E-813C-55CF-93C3-46391C8E3E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970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6293D8-BEFE-EC00-9931-E31117E187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433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C4EF52-3153-35E3-33BB-E8D4B01796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726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AA2D78-73C1-2C03-1B1C-0D2524EFC5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889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640607-621E-19B0-B55F-63D876A082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169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Vaibhav Sai Thirumalesh</cp:lastModifiedBy>
  <cp:revision>3</cp:revision>
  <dcterms:created xsi:type="dcterms:W3CDTF">2024-05-05T13:52:22Z</dcterms:created>
  <dcterms:modified xsi:type="dcterms:W3CDTF">2025-12-20T06:39:49Z</dcterms:modified>
</cp:coreProperties>
</file>